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7004B-33CE-49E4-8949-900380A76257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7B4D1-D3A7-4693-8BD6-1FB769BE53E6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02569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7004B-33CE-49E4-8949-900380A76257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7B4D1-D3A7-4693-8BD6-1FB769BE53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77644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7004B-33CE-49E4-8949-900380A76257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7B4D1-D3A7-4693-8BD6-1FB769BE53E6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99134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7004B-33CE-49E4-8949-900380A76257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7B4D1-D3A7-4693-8BD6-1FB769BE53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27504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7004B-33CE-49E4-8949-900380A76257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7B4D1-D3A7-4693-8BD6-1FB769BE53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41035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7004B-33CE-49E4-8949-900380A76257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7B4D1-D3A7-4693-8BD6-1FB769BE53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12847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7004B-33CE-49E4-8949-900380A76257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7B4D1-D3A7-4693-8BD6-1FB769BE53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60349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A477004B-33CE-49E4-8949-900380A76257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CA7B4D1-D3A7-4693-8BD6-1FB769BE53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60750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7004B-33CE-49E4-8949-900380A76257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7B4D1-D3A7-4693-8BD6-1FB769BE53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45205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7004B-33CE-49E4-8949-900380A76257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7B4D1-D3A7-4693-8BD6-1FB769BE53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87938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7004B-33CE-49E4-8949-900380A76257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7B4D1-D3A7-4693-8BD6-1FB769BE53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42495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A477004B-33CE-49E4-8949-900380A76257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FCA7B4D1-D3A7-4693-8BD6-1FB769BE53E6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02306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1" r:id="rId1"/>
    <p:sldLayoutId id="2147483732" r:id="rId2"/>
    <p:sldLayoutId id="2147483733" r:id="rId3"/>
    <p:sldLayoutId id="2147483734" r:id="rId4"/>
    <p:sldLayoutId id="2147483735" r:id="rId5"/>
    <p:sldLayoutId id="2147483736" r:id="rId6"/>
    <p:sldLayoutId id="2147483737" r:id="rId7"/>
    <p:sldLayoutId id="2147483738" r:id="rId8"/>
    <p:sldLayoutId id="2147483739" r:id="rId9"/>
    <p:sldLayoutId id="2147483740" r:id="rId10"/>
    <p:sldLayoutId id="214748374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0E3FF-AE88-30C4-00A5-B47E1172030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Predicting Used Car Prices Using Machine Learning</a:t>
            </a:r>
            <a:br>
              <a:rPr lang="en-US" dirty="0"/>
            </a:br>
            <a:r>
              <a:rPr lang="en-US" b="1" dirty="0"/>
              <a:t>Internship Project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9AEB69-73F8-63EB-AC88-6DCFCAA385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97280" y="4525864"/>
            <a:ext cx="7412609" cy="1130219"/>
          </a:xfrm>
        </p:spPr>
        <p:txBody>
          <a:bodyPr/>
          <a:lstStyle/>
          <a:p>
            <a:r>
              <a:rPr lang="en-IN" b="1" dirty="0"/>
              <a:t>Hemant Kumar KB</a:t>
            </a:r>
            <a:endParaRPr lang="en-IN" dirty="0"/>
          </a:p>
          <a:p>
            <a:r>
              <a:rPr lang="en-IN" b="1" dirty="0"/>
              <a:t>Date: 03/12/2025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84965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3282D8F-3A2F-4A1A-2558-EF33B0435634}"/>
              </a:ext>
            </a:extLst>
          </p:cNvPr>
          <p:cNvSpPr txBox="1"/>
          <p:nvPr/>
        </p:nvSpPr>
        <p:spPr>
          <a:xfrm>
            <a:off x="1527143" y="2432115"/>
            <a:ext cx="7869024" cy="1891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Built a machine learning model to estimate used car prices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Client: Used car marketplace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Purpose: Improve pricing accuracy using vehicle data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Outcome: Random Forest selected as final model (R² = </a:t>
            </a:r>
            <a:r>
              <a:rPr lang="en-US" sz="2000" b="1" dirty="0"/>
              <a:t>0.65</a:t>
            </a:r>
            <a:r>
              <a:rPr lang="en-US" sz="2000" dirty="0"/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C588F7-A16B-1DA3-1447-68E3BBB8DDE9}"/>
              </a:ext>
            </a:extLst>
          </p:cNvPr>
          <p:cNvSpPr txBox="1"/>
          <p:nvPr/>
        </p:nvSpPr>
        <p:spPr>
          <a:xfrm>
            <a:off x="1143001" y="918269"/>
            <a:ext cx="609442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</a:p>
        </p:txBody>
      </p:sp>
    </p:spTree>
    <p:extLst>
      <p:ext uri="{BB962C8B-B14F-4D97-AF65-F5344CB8AC3E}">
        <p14:creationId xmlns:p14="http://schemas.microsoft.com/office/powerpoint/2010/main" val="34779685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02E1CFA-0C59-8B2E-168C-FF8E88BC3429}"/>
              </a:ext>
            </a:extLst>
          </p:cNvPr>
          <p:cNvSpPr txBox="1"/>
          <p:nvPr/>
        </p:nvSpPr>
        <p:spPr>
          <a:xfrm>
            <a:off x="1143001" y="2111604"/>
            <a:ext cx="7998642" cy="1891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Used car pricing is inconsistent and difficult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Many factors affect price (brand, age, usage, market trends)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Manual pricing leads to errors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Need an automated, data-driven pricing system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76A21B-5A54-A740-7A3F-AD001809BD21}"/>
              </a:ext>
            </a:extLst>
          </p:cNvPr>
          <p:cNvSpPr txBox="1"/>
          <p:nvPr/>
        </p:nvSpPr>
        <p:spPr>
          <a:xfrm>
            <a:off x="1143001" y="1012537"/>
            <a:ext cx="609442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Problem</a:t>
            </a:r>
          </a:p>
        </p:txBody>
      </p:sp>
    </p:spTree>
    <p:extLst>
      <p:ext uri="{BB962C8B-B14F-4D97-AF65-F5344CB8AC3E}">
        <p14:creationId xmlns:p14="http://schemas.microsoft.com/office/powerpoint/2010/main" val="37978404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2387BE4-7AAC-93C6-2349-8A4F9A16F509}"/>
              </a:ext>
            </a:extLst>
          </p:cNvPr>
          <p:cNvSpPr txBox="1"/>
          <p:nvPr/>
        </p:nvSpPr>
        <p:spPr>
          <a:xfrm>
            <a:off x="1256122" y="2073426"/>
            <a:ext cx="6094428" cy="2352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Predict price based on car features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Understand key factors affecting price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Build a complete ML pipeline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Compare Decision Tree &amp; Random Forest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Provide insights for better decision-making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C3ABD9-8413-565C-D310-97E01A64DAE6}"/>
              </a:ext>
            </a:extLst>
          </p:cNvPr>
          <p:cNvSpPr txBox="1"/>
          <p:nvPr/>
        </p:nvSpPr>
        <p:spPr>
          <a:xfrm>
            <a:off x="1256122" y="729733"/>
            <a:ext cx="609442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Objectives</a:t>
            </a:r>
          </a:p>
        </p:txBody>
      </p:sp>
    </p:spTree>
    <p:extLst>
      <p:ext uri="{BB962C8B-B14F-4D97-AF65-F5344CB8AC3E}">
        <p14:creationId xmlns:p14="http://schemas.microsoft.com/office/powerpoint/2010/main" val="37725070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CA9117C-851B-9172-A4D9-448B1380562F}"/>
              </a:ext>
            </a:extLst>
          </p:cNvPr>
          <p:cNvSpPr txBox="1"/>
          <p:nvPr/>
        </p:nvSpPr>
        <p:spPr>
          <a:xfrm>
            <a:off x="860196" y="740004"/>
            <a:ext cx="6094428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Total records: </a:t>
            </a:r>
            <a:r>
              <a:rPr lang="en-US" sz="2000" b="1" dirty="0"/>
              <a:t>1064</a:t>
            </a: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Key features: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Brand, Model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Fuel Type, Transmission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Body Style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Kilometer driven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Model Year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City / Dealer State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Quality Score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Target variable: </a:t>
            </a:r>
            <a:r>
              <a:rPr lang="en-US" sz="2000" b="1" dirty="0"/>
              <a:t>Price</a:t>
            </a:r>
            <a:endParaRPr lang="en-US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BEF1718-6049-8137-0E74-CAFDC8CFF9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052" y="4014291"/>
            <a:ext cx="11354213" cy="200001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74EED43-FD98-D3B7-3178-09EE49DE812B}"/>
              </a:ext>
            </a:extLst>
          </p:cNvPr>
          <p:cNvSpPr txBox="1"/>
          <p:nvPr/>
        </p:nvSpPr>
        <p:spPr>
          <a:xfrm>
            <a:off x="860196" y="297508"/>
            <a:ext cx="60944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Summary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01084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9803193-6DCD-7C51-D4E6-CF18DD677E15}"/>
              </a:ext>
            </a:extLst>
          </p:cNvPr>
          <p:cNvSpPr txBox="1"/>
          <p:nvPr/>
        </p:nvSpPr>
        <p:spPr>
          <a:xfrm>
            <a:off x="690514" y="1066443"/>
            <a:ext cx="6094428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Price is right-skewed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SUVs &amp; MUVs have higher prices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Newer cars have higher resale value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Higher kilometers → lower price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Premium brands show higher price patterns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54FBFE-D57B-35C8-5FF8-8CD28EE245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344" y="2839623"/>
            <a:ext cx="11293312" cy="3171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15946D5-049C-0A0F-9722-0975B4F88DA7}"/>
              </a:ext>
            </a:extLst>
          </p:cNvPr>
          <p:cNvSpPr txBox="1"/>
          <p:nvPr/>
        </p:nvSpPr>
        <p:spPr>
          <a:xfrm>
            <a:off x="690514" y="308927"/>
            <a:ext cx="60944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EDA Highlights</a:t>
            </a:r>
          </a:p>
        </p:txBody>
      </p:sp>
    </p:spTree>
    <p:extLst>
      <p:ext uri="{BB962C8B-B14F-4D97-AF65-F5344CB8AC3E}">
        <p14:creationId xmlns:p14="http://schemas.microsoft.com/office/powerpoint/2010/main" val="32388660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29DD217-44D0-06D6-AAAC-AA0A887132FA}"/>
              </a:ext>
            </a:extLst>
          </p:cNvPr>
          <p:cNvSpPr txBox="1"/>
          <p:nvPr/>
        </p:nvSpPr>
        <p:spPr>
          <a:xfrm>
            <a:off x="516726" y="280115"/>
            <a:ext cx="60944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446287-7B47-8347-2A86-66F7A7A8FA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726" y="853968"/>
            <a:ext cx="5129929" cy="41201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1838779-395E-5CC0-574F-0B110766A4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853968"/>
            <a:ext cx="5235019" cy="4144391"/>
          </a:xfrm>
          <a:prstGeom prst="rect">
            <a:avLst/>
          </a:prstGeom>
        </p:spPr>
      </p:pic>
      <p:sp>
        <p:nvSpPr>
          <p:cNvPr id="8" name="Rectangle 1">
            <a:extLst>
              <a:ext uri="{FF2B5EF4-FFF2-40B4-BE49-F238E27FC236}">
                <a16:creationId xmlns:a16="http://schemas.microsoft.com/office/drawing/2014/main" id="{A2DEC45B-8C2B-C179-8594-EDDDE0C528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5417" y="5198444"/>
            <a:ext cx="4506362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 Year shows upward trend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Mileage has negative impact on price</a:t>
            </a:r>
          </a:p>
        </p:txBody>
      </p:sp>
    </p:spTree>
    <p:extLst>
      <p:ext uri="{BB962C8B-B14F-4D97-AF65-F5344CB8AC3E}">
        <p14:creationId xmlns:p14="http://schemas.microsoft.com/office/powerpoint/2010/main" val="18243632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54380AA-C88B-5A99-37CD-607FDA71F5C2}"/>
              </a:ext>
            </a:extLst>
          </p:cNvPr>
          <p:cNvSpPr txBox="1"/>
          <p:nvPr/>
        </p:nvSpPr>
        <p:spPr>
          <a:xfrm>
            <a:off x="245098" y="582755"/>
            <a:ext cx="60944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Correlation &amp; Trends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3825087-B0C3-FAF2-7EA1-BCD8E1D165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6662" y="1358392"/>
            <a:ext cx="4961838" cy="3888487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076FDBA6-0C83-02D8-7008-0107424D1A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5098" y="2532741"/>
            <a:ext cx="6391371" cy="18819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Price correlates with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ModelYear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BodyStyle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Kilometer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Weak correlation with some categorical dummy variables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City/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DealerState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show moderate impact</a:t>
            </a:r>
          </a:p>
        </p:txBody>
      </p:sp>
    </p:spTree>
    <p:extLst>
      <p:ext uri="{BB962C8B-B14F-4D97-AF65-F5344CB8AC3E}">
        <p14:creationId xmlns:p14="http://schemas.microsoft.com/office/powerpoint/2010/main" val="2537317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878C029-FCF2-A9B8-B11A-BF918B357E68}"/>
              </a:ext>
            </a:extLst>
          </p:cNvPr>
          <p:cNvSpPr txBox="1"/>
          <p:nvPr/>
        </p:nvSpPr>
        <p:spPr>
          <a:xfrm>
            <a:off x="624526" y="499974"/>
            <a:ext cx="6094428" cy="28146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Handled missing values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Cleaned numeric fields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Converted price from lakhs to rupees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Removed extreme outliers (above ₹50 lakh)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Encoded categorical variables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Prepared final cleaned dataset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AB79E3-8A8B-7C7F-CD4F-69AEE4CC07C2}"/>
              </a:ext>
            </a:extLst>
          </p:cNvPr>
          <p:cNvSpPr txBox="1"/>
          <p:nvPr/>
        </p:nvSpPr>
        <p:spPr>
          <a:xfrm>
            <a:off x="624526" y="4125566"/>
            <a:ext cx="6094428" cy="1891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Created </a:t>
            </a:r>
            <a:r>
              <a:rPr lang="en-US" sz="2000" b="1" dirty="0"/>
              <a:t>Car Age</a:t>
            </a:r>
            <a:r>
              <a:rPr lang="en-US" sz="2000" dirty="0"/>
              <a:t> = Current Year – Model Year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Removed unneeded columns (Id, etc.)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Extracted important features using Random Forest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Final dataset fully numeric &amp; ready for ML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274920A-D560-BE33-B980-32217E7E8DD5}"/>
              </a:ext>
            </a:extLst>
          </p:cNvPr>
          <p:cNvSpPr txBox="1"/>
          <p:nvPr/>
        </p:nvSpPr>
        <p:spPr>
          <a:xfrm>
            <a:off x="2811545" y="94487"/>
            <a:ext cx="60944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61D03E-DD07-3447-3ECD-6D7CCC389149}"/>
              </a:ext>
            </a:extLst>
          </p:cNvPr>
          <p:cNvSpPr txBox="1"/>
          <p:nvPr/>
        </p:nvSpPr>
        <p:spPr>
          <a:xfrm>
            <a:off x="2811545" y="3720078"/>
            <a:ext cx="60944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Engineering</a:t>
            </a:r>
          </a:p>
        </p:txBody>
      </p:sp>
    </p:spTree>
    <p:extLst>
      <p:ext uri="{BB962C8B-B14F-4D97-AF65-F5344CB8AC3E}">
        <p14:creationId xmlns:p14="http://schemas.microsoft.com/office/powerpoint/2010/main" val="40071912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A1B1006-089F-AE4E-7E4D-79F64F40A791}"/>
              </a:ext>
            </a:extLst>
          </p:cNvPr>
          <p:cNvSpPr txBox="1"/>
          <p:nvPr/>
        </p:nvSpPr>
        <p:spPr>
          <a:xfrm>
            <a:off x="794208" y="1900122"/>
            <a:ext cx="6094428" cy="32762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2000" dirty="0"/>
              <a:t>Models used: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/>
              <a:t>Decision Tree Regressor</a:t>
            </a:r>
            <a:endParaRPr lang="en-IN" sz="2000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/>
              <a:t>Random Forest Regressor</a:t>
            </a:r>
            <a:r>
              <a:rPr lang="en-IN" sz="2000" dirty="0"/>
              <a:t> (Final Model)</a:t>
            </a:r>
          </a:p>
          <a:p>
            <a:pPr>
              <a:lnSpc>
                <a:spcPct val="150000"/>
              </a:lnSpc>
              <a:buNone/>
            </a:pPr>
            <a:r>
              <a:rPr lang="en-IN" sz="2000" dirty="0"/>
              <a:t>Workflow: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Train-test split (80–20)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Model training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Evaluation using MSE, MAE, RMSE, R²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60BCB1-C3FD-2679-BFBE-922A1BA6F671}"/>
              </a:ext>
            </a:extLst>
          </p:cNvPr>
          <p:cNvSpPr txBox="1"/>
          <p:nvPr/>
        </p:nvSpPr>
        <p:spPr>
          <a:xfrm>
            <a:off x="794208" y="701453"/>
            <a:ext cx="60944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Building</a:t>
            </a:r>
          </a:p>
        </p:txBody>
      </p:sp>
    </p:spTree>
    <p:extLst>
      <p:ext uri="{BB962C8B-B14F-4D97-AF65-F5344CB8AC3E}">
        <p14:creationId xmlns:p14="http://schemas.microsoft.com/office/powerpoint/2010/main" val="392989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3351EF0-7D2F-F02E-8938-05B36C343F7F}"/>
              </a:ext>
            </a:extLst>
          </p:cNvPr>
          <p:cNvSpPr txBox="1"/>
          <p:nvPr/>
        </p:nvSpPr>
        <p:spPr>
          <a:xfrm>
            <a:off x="765929" y="578904"/>
            <a:ext cx="60944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Performance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40F6B2B-759B-B745-8D01-3957729A98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3250137"/>
              </p:ext>
            </p:extLst>
          </p:nvPr>
        </p:nvGraphicFramePr>
        <p:xfrm>
          <a:off x="970175" y="1408923"/>
          <a:ext cx="10515600" cy="182880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2743771299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4248676228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32635919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Metric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Decision Tree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Random Forest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43265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MSE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1.54e11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9.89e10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96050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MAE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2.26e5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1.72e5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68920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RMSE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3.92e5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3.14e5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27864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R²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0.46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0.65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976356"/>
                  </a:ext>
                </a:extLst>
              </a:tr>
            </a:tbl>
          </a:graphicData>
        </a:graphic>
      </p:graphicFrame>
      <p:sp>
        <p:nvSpPr>
          <p:cNvPr id="7" name="Rectangle 2">
            <a:extLst>
              <a:ext uri="{FF2B5EF4-FFF2-40B4-BE49-F238E27FC236}">
                <a16:creationId xmlns:a16="http://schemas.microsoft.com/office/drawing/2014/main" id="{5EE7421A-F978-4E10-FBD8-44D85570231D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765929" y="3786846"/>
            <a:ext cx="9703324" cy="1420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Random Forest performed best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More stable &amp; accurate predictions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Selected as final model</a:t>
            </a:r>
          </a:p>
        </p:txBody>
      </p:sp>
    </p:spTree>
    <p:extLst>
      <p:ext uri="{BB962C8B-B14F-4D97-AF65-F5344CB8AC3E}">
        <p14:creationId xmlns:p14="http://schemas.microsoft.com/office/powerpoint/2010/main" val="16278712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FC3A51E-6F13-DA4C-0856-38B9E511AFD0}"/>
              </a:ext>
            </a:extLst>
          </p:cNvPr>
          <p:cNvSpPr txBox="1"/>
          <p:nvPr/>
        </p:nvSpPr>
        <p:spPr>
          <a:xfrm>
            <a:off x="637096" y="460788"/>
            <a:ext cx="60944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Importance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B3BCC81-235F-6F8B-C959-DBE0AFB240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3762" y="1438520"/>
            <a:ext cx="5322609" cy="367239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D7D33D4-81A4-A908-6215-982614BDF60D}"/>
              </a:ext>
            </a:extLst>
          </p:cNvPr>
          <p:cNvSpPr txBox="1"/>
          <p:nvPr/>
        </p:nvSpPr>
        <p:spPr>
          <a:xfrm>
            <a:off x="637096" y="2011060"/>
            <a:ext cx="5776666" cy="2352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 err="1"/>
              <a:t>BodyStyle</a:t>
            </a:r>
            <a:r>
              <a:rPr lang="en-IN" sz="2000" dirty="0"/>
              <a:t>, </a:t>
            </a:r>
            <a:r>
              <a:rPr lang="en-IN" sz="2000" dirty="0" err="1"/>
              <a:t>ModelYear</a:t>
            </a:r>
            <a:r>
              <a:rPr lang="en-IN" sz="2000" dirty="0"/>
              <a:t>, </a:t>
            </a:r>
            <a:r>
              <a:rPr lang="en-IN" sz="2000" dirty="0" err="1"/>
              <a:t>Kilometers</a:t>
            </a:r>
            <a:r>
              <a:rPr lang="en-IN" sz="2000" dirty="0"/>
              <a:t> have highest impact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Premium model names (e.g., Innova </a:t>
            </a:r>
            <a:r>
              <a:rPr lang="en-IN" sz="2000" dirty="0" err="1"/>
              <a:t>Crysta</a:t>
            </a:r>
            <a:r>
              <a:rPr lang="en-IN" sz="2000" dirty="0"/>
              <a:t>, Fortuner) also important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Fuel type &amp; transmission influence price</a:t>
            </a:r>
          </a:p>
        </p:txBody>
      </p:sp>
    </p:spTree>
    <p:extLst>
      <p:ext uri="{BB962C8B-B14F-4D97-AF65-F5344CB8AC3E}">
        <p14:creationId xmlns:p14="http://schemas.microsoft.com/office/powerpoint/2010/main" val="8211740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B3C5B08-D48A-DDB7-880A-274ADCC6A4CD}"/>
              </a:ext>
            </a:extLst>
          </p:cNvPr>
          <p:cNvSpPr txBox="1"/>
          <p:nvPr/>
        </p:nvSpPr>
        <p:spPr>
          <a:xfrm>
            <a:off x="1067586" y="2356230"/>
            <a:ext cx="6094428" cy="2352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Accurate price estimation builds trust with users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Dealers get better inventory insights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Helps platform maintain consistent pricing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Supports negotiation and decision-making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Overall better user experience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17DB98-5225-30DA-4C71-76C40B584A24}"/>
              </a:ext>
            </a:extLst>
          </p:cNvPr>
          <p:cNvSpPr txBox="1"/>
          <p:nvPr/>
        </p:nvSpPr>
        <p:spPr>
          <a:xfrm>
            <a:off x="1001598" y="720306"/>
            <a:ext cx="60944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Impact</a:t>
            </a:r>
          </a:p>
        </p:txBody>
      </p:sp>
    </p:spTree>
    <p:extLst>
      <p:ext uri="{BB962C8B-B14F-4D97-AF65-F5344CB8AC3E}">
        <p14:creationId xmlns:p14="http://schemas.microsoft.com/office/powerpoint/2010/main" val="35529105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782FB0B-DBAF-80D3-5572-7A2D0BA08B44}"/>
              </a:ext>
            </a:extLst>
          </p:cNvPr>
          <p:cNvSpPr txBox="1"/>
          <p:nvPr/>
        </p:nvSpPr>
        <p:spPr>
          <a:xfrm>
            <a:off x="1133574" y="1420074"/>
            <a:ext cx="6094428" cy="1891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Built a complete ML-based price prediction system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Random Forest achieved </a:t>
            </a:r>
            <a:r>
              <a:rPr lang="en-US" sz="2000" b="1" dirty="0"/>
              <a:t>65% accuracy</a:t>
            </a:r>
            <a:endParaRPr lang="en-US" sz="2000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Identified key factors influencing price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Delivered insights + model + cleaned dataset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12C098-0E39-A6B4-1FE3-AFFBB937C837}"/>
              </a:ext>
            </a:extLst>
          </p:cNvPr>
          <p:cNvSpPr txBox="1"/>
          <p:nvPr/>
        </p:nvSpPr>
        <p:spPr>
          <a:xfrm>
            <a:off x="3048786" y="3784018"/>
            <a:ext cx="609442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2B0736F-37F1-2356-6019-4A58E76D7766}"/>
              </a:ext>
            </a:extLst>
          </p:cNvPr>
          <p:cNvSpPr txBox="1"/>
          <p:nvPr/>
        </p:nvSpPr>
        <p:spPr>
          <a:xfrm>
            <a:off x="1133574" y="842855"/>
            <a:ext cx="60944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776319530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514949"/>
      </a:dk2>
      <a:lt2>
        <a:srgbClr val="E1E1DB"/>
      </a:lt2>
      <a:accent1>
        <a:srgbClr val="9DBFBE"/>
      </a:accent1>
      <a:accent2>
        <a:srgbClr val="DB8631"/>
      </a:accent2>
      <a:accent3>
        <a:srgbClr val="E3CC5A"/>
      </a:accent3>
      <a:accent4>
        <a:srgbClr val="ACADA8"/>
      </a:accent4>
      <a:accent5>
        <a:srgbClr val="927C61"/>
      </a:accent5>
      <a:accent6>
        <a:srgbClr val="B3B435"/>
      </a:accent6>
      <a:hlink>
        <a:srgbClr val="0000FF"/>
      </a:hlink>
      <a:folHlink>
        <a:srgbClr val="800080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243AF7DC-D15B-41C0-AE81-23980D1B9FC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37</TotalTime>
  <Words>430</Words>
  <Application>Microsoft Office PowerPoint</Application>
  <PresentationFormat>Widescreen</PresentationFormat>
  <Paragraphs>98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Times New Roman</vt:lpstr>
      <vt:lpstr>Retrospect</vt:lpstr>
      <vt:lpstr>Predicting Used Car Prices Using Machine Learning Internship Project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Hemant Kumar</dc:creator>
  <cp:lastModifiedBy>Hemant Kumar</cp:lastModifiedBy>
  <cp:revision>2</cp:revision>
  <dcterms:created xsi:type="dcterms:W3CDTF">2025-12-01T20:15:41Z</dcterms:created>
  <dcterms:modified xsi:type="dcterms:W3CDTF">2025-12-01T20:53:02Z</dcterms:modified>
</cp:coreProperties>
</file>